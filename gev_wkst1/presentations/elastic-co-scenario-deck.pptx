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planted incident, told start to finish. Elastic Co. is a fictional multi-tenant fulfillment SaaS. checkout-api v2.4.1 leaks heap; only tenant acme-retail is hurt; the close is a case comment recommending rollback to v2.4.0 — never kubectl.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Answer the Why. Do not invent counts — every number here is what the planted data shows: 7 hops, one tenant, p95 ≈ 3.1 s vs ~200 ms for globex-mart / initech-b2b.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Identify the pain and its impact. Everything here is taken from the scenario data: elasticco-noisy-node-cpu is the CPU alert to ignore; inventory SkuCache DEBUG is the log flood; the SLO SLI is ≈ 94 % vs 99 %.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vision slide used as the narrative spine. Twelve beats in the walkthrough deck map onto these four phases. Highlighted node in the live demo is the current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Current-state architecture. In the demo this is the ‘grep problem’: without fields extracted at write time, ‘errors for acme-retail’ is regex over Airflow spam. The correct line: parsing makes correlation a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What the future looks like with Elastic. Every capability box maps to a Kibana tab you pre-open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slide. Benefits of the idealized future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UC is a lens on the same trace.id / same pods. Facilitator: never reset between surfaces.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U7 + SLO deck. Open the SLO first so the room knows what a page looks like. Then show the log cliff and let Log Rate Analysis prove it is not that page. Optional beat 2: same product on orchestrator logs names the SLO's incident. If AIOps Labs returns 403, use dashboard elasticco-log-rate.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U2 in the room: dashboard Elastic Co. — End-to-End Tracing or APM waterfall. Filter tenant.id: acme-retail. Expand the postgresql span. Then prove peers are fine with PERCENTILE by tenant.id. Line: seven hops, one tenant, time spent in FOR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optional. Where we are in the process and how we get to the technical win. If time is short in the demo: skip ES|QL in Discover, stop after the FOR UPDATE span + the open case; never open a terminal unless they ask how it was seeded.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194560"/>
            <a:ext cx="2377440" cy="237744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3291840"/>
            <a:ext cx="1463040" cy="1463040"/>
          </a:xfrm>
          <a:prstGeom prst="ellipse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incident to remediation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one platform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17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Strategy, Architecture, and Transformation — Elastic Observability scenario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 Lawrence-Gupta · Elastic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310896" cy="310896"/>
          </a:xfrm>
          <a:prstGeom prst="ellipse">
            <a:avLst/>
          </a:prstGeom>
          <a:solidFill>
            <a:srgbClr val="00B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44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325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310896" cy="310896"/>
          </a:xfrm>
          <a:prstGeom prst="ellipse">
            <a:avLst/>
          </a:prstGeom>
          <a:solidFill>
            <a:srgbClr val="0077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challenges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310896" cy="310896"/>
          </a:xfrm>
          <a:prstGeom prst="ellipse">
            <a:avLst/>
          </a:prstGeom>
          <a:solidFill>
            <a:srgbClr val="00B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2402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incident, start to finish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310896" cy="310896"/>
          </a:xfrm>
          <a:prstGeom prst="ellipse">
            <a:avLst/>
          </a:prstGeom>
          <a:solidFill>
            <a:srgbClr val="0077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97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vs. future state architecture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310896" cy="310896"/>
          </a:xfrm>
          <a:prstGeom prst="ellipse">
            <a:avLst/>
          </a:prstGeom>
          <a:solidFill>
            <a:srgbClr val="00B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Elastic enables transformation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30168"/>
            <a:ext cx="310896" cy="310896"/>
          </a:xfrm>
          <a:prstGeom prst="ellipse">
            <a:avLst/>
          </a:prstGeom>
          <a:solidFill>
            <a:srgbClr val="0077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30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611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for success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310896" cy="310896"/>
          </a:xfrm>
          <a:prstGeom prst="ellipse">
            <a:avLst/>
          </a:prstGeom>
          <a:solidFill>
            <a:srgbClr val="00B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069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1325880"/>
            <a:ext cx="3108960" cy="3063240"/>
          </a:xfrm>
          <a:prstGeom prst="roundRect">
            <a:avLst>
              <a:gd name="adj" fmla="val 2388"/>
            </a:avLst>
          </a:prstGeom>
          <a:solidFill>
            <a:srgbClr val="1C1E23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story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182880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orchestrator spam → a seven-hop trace.id → a Postgres lock → an EKS restart loop → noise vs. SLO vs. correlation → Agent Builder / Workflow → a case with the rollback.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reset the story. Every use case is a lens on the same trace.id and the same pods.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one incident, one platform, a rollback the whole room can audit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planted incident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checkout-api v2.4.1 heap leak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(CartCache.retainAll)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hops in one trace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edge-gateway → … → notification-service,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tenant.id on every span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4E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 hurt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acme-retail p95 ≈ 3.1 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peers stay near the 400 ms SLO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463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EC5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terminals opened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4688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grep. No kubectl.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case thread is the audit.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case. </a:t>
            </a:r>
            <a:pPr indent="0" marL="0">
              <a:buNone/>
            </a:pPr>
            <a:r>
              <a:rPr lang="en-US" sz="11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multi-tenant fulfillment SaaS ships a bad deploy. Elastic Observability takes the team from the first symptom to an approved remediation without leaving the platform: logs parsed at write time, a seven-hop distributed trace, Kubernetes restart evidence, a native SLO that names the page, AIOps that separates noise from outage, and an agent that writes a tool-backed RCA into the case.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business performance is in jeopardy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F04E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retries look like Airflow spam — finding “errors for acme-retail” is a grep problem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Restarts are treated as the cause; OOMKilled / BackOff hide a bad deploy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CPU thresholds page the on-call; a log-volume cliff looks like an outage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needs a terminal, kubectl, and a war room to reconstruct who is hurt and where time went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554480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0077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IMPLICATIONS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availability for a paying tenant falls to ~94 % against a 99 % SLO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Engineers roll back the wrong thing, or add memory and hide the leak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cost climbs on DEBUG floods that never touched the customer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audit trail: the fix lives in a shell history, not in a case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incident, start to finish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planted incident. Four phases. Same trace.id and pods throughout.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697480"/>
          </a:xfrm>
          <a:prstGeom prst="roundRect">
            <a:avLst>
              <a:gd name="adj" fmla="val 3810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Cause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t+0 → t+10 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8716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checkout-api v2.4.1 ships a heap leak in CartCache.retainAll on eks-elastic-prod-usc1. Three pods climb to ~98 % of a 512 MiB limit.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697480"/>
          </a:xfrm>
          <a:prstGeom prst="roundRect">
            <a:avLst>
              <a:gd name="adj" fmla="val 3810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Symptom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C5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t+12 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48716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FATAL OutOfMemoryError. OOMKilled, then BackOff 45 s later. restart.count reaches 2. Restarts are the symptom, not the reason.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1920240" cy="2697480"/>
          </a:xfrm>
          <a:prstGeom prst="roundRect">
            <a:avLst>
              <a:gd name="adj" fmla="val 3810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36A2EF"/>
          </a:solidFill>
          <a:ln w="12700">
            <a:solidFill>
              <a:srgbClr val="36A2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Correlate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A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window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8716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retries → grok extracts tenant.id + trace.id → seven-hop APM trace → SELECT … FOR UPDATE ≈ 2.8 s for acme-retail only.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1920240" cy="2697480"/>
          </a:xfrm>
          <a:prstGeom prst="roundRect">
            <a:avLst>
              <a:gd name="adj" fmla="val 3810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645920"/>
            <a:ext cx="457200" cy="45720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Close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2402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4E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→ case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2487168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9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on the native SLO, not noisy CPU. Alerts open a case and run the workflow. Agent writes the RCA. Human approves rollback to v2.4.0.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range: Last 2 hours · labels.demo: elastic-co · trace.id 271f8e318871…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State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Tool-hopping: every question needs a different surface and a terminal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D3DA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logs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messages · grep for tenant=acme-retail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D3DA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527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kubectl / console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pod · OOMKilled · restart loops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4173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D3DA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43400" y="15270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APM tool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Latency, no tenant dimension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D3DA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78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monitoring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on CPU thresholds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46888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9525">
            <a:solidFill>
              <a:srgbClr val="D3DA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25786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/ war room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2880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by recollection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37960" y="1874520"/>
            <a:ext cx="1371600" cy="137160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18745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arrow is a human copy-pasting a trace id, a pod name, or a timestamp between tools.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94560" y="1874520"/>
            <a:ext cx="4434840" cy="685800"/>
          </a:xfrm>
          <a:prstGeom prst="line">
            <a:avLst/>
          </a:prstGeom>
          <a:noFill/>
          <a:ln w="12700">
            <a:solidFill>
              <a:srgbClr val="D3DAE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069080" y="1874520"/>
            <a:ext cx="2560320" cy="685800"/>
          </a:xfrm>
          <a:prstGeom prst="line">
            <a:avLst/>
          </a:prstGeom>
          <a:noFill/>
          <a:ln w="12700">
            <a:solidFill>
              <a:srgbClr val="D3DAE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0" y="1874520"/>
            <a:ext cx="685800" cy="685800"/>
          </a:xfrm>
          <a:prstGeom prst="line">
            <a:avLst/>
          </a:prstGeom>
          <a:noFill/>
          <a:ln w="12700">
            <a:solidFill>
              <a:srgbClr val="D3DAE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194560" y="2926080"/>
            <a:ext cx="4434840" cy="-365760"/>
          </a:xfrm>
          <a:prstGeom prst="line">
            <a:avLst/>
          </a:prstGeom>
          <a:noFill/>
          <a:ln w="12700">
            <a:solidFill>
              <a:srgbClr val="D3DAE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069080" y="2926080"/>
            <a:ext cx="2560320" cy="-365760"/>
          </a:xfrm>
          <a:prstGeom prst="line">
            <a:avLst/>
          </a:prstGeom>
          <a:noFill/>
          <a:ln w="12700">
            <a:solidFill>
              <a:srgbClr val="D3DAE6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457200" y="3611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systems needed to identify root cause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to find who is hurt and where time went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consistent audit of what was changed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 and outage are paged the same way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State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 platform: detect, trace, and remediate without leaving Elastic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APM-instrumented services (checkout-api, payments-api, …)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eks-elastic-prod-usc1 metrics + events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logs (OOM FATAL)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DAG logs (fulfillment.checkout)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· Redis · Kafka spans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3749040" cy="3017520"/>
          </a:xfrm>
          <a:prstGeom prst="roundRect">
            <a:avLst>
              <a:gd name="adj" fmla="val 2424"/>
            </a:avLst>
          </a:prstGeom>
          <a:solidFill>
            <a:srgbClr val="1C1E23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036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Observability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810512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18562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pipelines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0756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grok tenant.id · trace.id at write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17720" y="1810512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18562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APM &amp; E2E tracing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07568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hops · tenant p95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80360" y="2432304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24780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2697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vs limit · restart.count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17720" y="2432304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09160" y="24780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697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availability 99 % / 7 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80360" y="3054096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30998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 &amp; Cases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971800" y="33192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correlated-rca → case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17720" y="3054096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309981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AIOps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31927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rate analysis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880360" y="3675888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71800" y="37216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Builder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971800" y="39410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elasticco-rca-agent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7720" y="3675888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9160" y="372160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39410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detect-to-remediate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75120" y="1371600"/>
            <a:ext cx="2011680" cy="301752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783080"/>
            <a:ext cx="1691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on the SLO, not on CPU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RCA written from tool results that match the waterfall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comment: roll back checkout-api v2.4.1 → v2.4.0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approves; the case thread is the audit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245059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6428232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State Architecture Benefits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562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Logs, traces, Kubernetes metrics, and the case live in one place. The same trace.id joins the orchestrator log to the APM waterfall.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554480"/>
            <a:ext cx="502920" cy="502920"/>
          </a:xfrm>
          <a:prstGeom prst="ellipse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on what matters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8562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native SLO with an error budget names checkout-api and acme-retail. A CPU threshold and a DEBUG flood do not wake anyone.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Tool-backed RCA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4564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Builder calls ES|QL tools — tenant p95, slow Postgres, OOM restarts — and must agree with what you showed on the waterfall.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FEC514"/>
          </a:solidFill>
          <a:ln w="12700">
            <a:solidFill>
              <a:srgbClr val="FEC51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3108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by design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345643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remediation lands as a case comment. A human approves. Nothing runs from a terminal in front of the customer.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Elastic Can Enable Transformation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story, eight surfaces — do not restart the incident between use cases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2103120"/>
                <a:gridCol w="28346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UC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in the walk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Kibana surface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line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Orchestrator retries still look like grep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Discover · ingest pipeline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Parsing makes correlation a click.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trace.id, seven hops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APM · E2E tracing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Who is hurt, where time went.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OOMKilled / BackOff / restart.count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EKS Restarts dashboard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Restarts are a symptom.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U4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Noisy CPU vs SLO vs correlation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Alerts · SLOs · Cases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Page on the SLO.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U5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Tool-backed RCA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Agent Builder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Approve rollback into the case.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 → ES|QL → agent → case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Workflows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Workflows is the stitch.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U7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Inventory SkuCache DEBUG flood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AIOps · Log rate analysis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spike is not an outage until terms name it.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U8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C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notification-service logs go silent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Alert + APM vs Discover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Logs going dark is not an outage until traces disagree.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U7 and U8 are sibling scenarios in the same project — same time window, different remediation.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vs. noise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planted signals, two remediations — never both for the same spike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37744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E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SLO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U7 inventory flood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4E9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Orchestrator tie-back</a:t>
                      </a:r>
                      <a:endParaRPr lang="en-US" sz="9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is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Native Observability SLO (error budget)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AIOps log-rate analysis on inventory logs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Same AIOps product on orchestrator logs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Object / view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elasticco-slo-checkout-availability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elasticco-logs / inventory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elasticco-orchestrator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checkout-api + acme-retail · SLI ≈ 94 % vs 99 %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log.level debug · SkuCache · inventory-service 4.0.9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acme-retail · error · charge_payment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Page on this?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Yes — this is the page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ingest cost and noise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— it explains the page you already have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APM says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checkout-api badged on the service map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inventory-service stays healthy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an APM badge — a DAG retry storm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the error budget; rollback if you continue to U5/U6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Restore INFO or revert the log config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4374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Roll back checkout-api v2.4.1 → v2.4.0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both closes out loud so nobody rolls back checkout for a DEBUG flag.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hurt · where time went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the agent must reproduce from tools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edge-gateway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1472184"/>
            <a:ext cx="2044864" cy="182880"/>
          </a:xfrm>
          <a:prstGeom prst="rect">
            <a:avLst/>
          </a:prstGeom>
          <a:solidFill>
            <a:srgbClr val="36A2EF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173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/checkout · 2950 ms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identity-service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42118" y="1837944"/>
            <a:ext cx="54864" cy="182880"/>
          </a:xfrm>
          <a:prstGeom prst="rect">
            <a:avLst/>
          </a:prstGeom>
          <a:solidFill>
            <a:srgbClr val="00BFB3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token/introspect · 15 ms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48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checkout-api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52515" y="2203704"/>
            <a:ext cx="1940888" cy="182880"/>
          </a:xfrm>
          <a:prstGeom prst="rect">
            <a:avLst/>
          </a:prstGeom>
          <a:solidFill>
            <a:srgbClr val="36A2EF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1488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/v1/orders · v2.4.1 · 2800 ms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inventory-service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83708" y="2569464"/>
            <a:ext cx="54864" cy="182880"/>
          </a:xfrm>
          <a:prstGeom prst="rect">
            <a:avLst/>
          </a:prstGeom>
          <a:solidFill>
            <a:srgbClr val="00BFB3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/v1/reserve · 45 ms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orders-db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14901" y="2935224"/>
            <a:ext cx="1940888" cy="182880"/>
          </a:xfrm>
          <a:prstGeom prst="rect">
            <a:avLst/>
          </a:prstGeom>
          <a:solidFill>
            <a:srgbClr val="F04E98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8803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4E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… FOR UPDATE · 2800 ms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payments-api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5789" y="3300984"/>
            <a:ext cx="62386" cy="182880"/>
          </a:xfrm>
          <a:prstGeom prst="rect">
            <a:avLst/>
          </a:prstGeom>
          <a:solidFill>
            <a:srgbClr val="00BFB3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246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/v1/charge · 90 ms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notification-service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18174" y="3666744"/>
            <a:ext cx="54864" cy="182880"/>
          </a:xfrm>
          <a:prstGeom prst="rect">
            <a:avLst/>
          </a:prstGeom>
          <a:solidFill>
            <a:srgbClr val="00BFB3"/>
          </a:solidFill>
          <a:ln w="12700">
            <a:solidFill>
              <a:srgbClr val="1C1E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36118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fulfillment.events · 33 ms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23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trace.id 271f8e318871… · tenant.id acme-retail · ~3.0 s end to end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141732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2A2D34"/>
          </a:solidFill>
          <a:ln w="12700">
            <a:solidFill>
              <a:srgbClr val="2A2D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 by tenant (ES|QL)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acme-retail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1965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04E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3120 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240280"/>
            <a:ext cx="2318004" cy="109728"/>
          </a:xfrm>
          <a:prstGeom prst="rect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2514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globex-mart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180 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788920"/>
            <a:ext cx="133731" cy="10972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0" y="3063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initech-b2b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210 ms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337560"/>
            <a:ext cx="156020" cy="109728"/>
          </a:xfrm>
          <a:prstGeom prst="rect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 400 ms · blast radius is one tenant, not the mesh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for Success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run the story in the room — and how a customer adopts it in the same order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1417320"/>
            <a:ext cx="548640" cy="54864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691640"/>
            <a:ext cx="1508760" cy="0"/>
          </a:xfrm>
          <a:prstGeom prst="line">
            <a:avLst/>
          </a:prstGeom>
          <a:noFill/>
          <a:ln w="19050">
            <a:solidFill>
              <a:srgbClr val="D3D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F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 + parse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orchestrator, container, and EKS data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Grok tenant.id / trace.id at write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Discover: filter, don’t regex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548640" cy="548640"/>
          </a:xfrm>
          <a:prstGeom prst="ellipse">
            <a:avLst/>
          </a:prstGeom>
          <a:solidFill>
            <a:srgbClr val="36A2EF"/>
          </a:solidFill>
          <a:ln w="12700">
            <a:solidFill>
              <a:srgbClr val="36A2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461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1691640"/>
            <a:ext cx="1508760" cy="0"/>
          </a:xfrm>
          <a:prstGeom prst="line">
            <a:avLst/>
          </a:prstGeom>
          <a:noFill/>
          <a:ln w="19050">
            <a:solidFill>
              <a:srgbClr val="D3DA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A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+ infra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27889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APM across seven services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E2E tracing dashboard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 restarts · memory vs limit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1417320"/>
            <a:ext cx="548640" cy="548640"/>
          </a:xfrm>
          <a:prstGeom prst="ellipse">
            <a:avLst/>
          </a:prstGeom>
          <a:solidFill>
            <a:srgbClr val="0077CC"/>
          </a:solidFill>
          <a:ln w="12700">
            <a:solidFill>
              <a:srgbClr val="0077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691640"/>
            <a:ext cx="1508760" cy="0"/>
          </a:xfrm>
          <a:prstGeom prst="line">
            <a:avLst/>
          </a:prstGeom>
          <a:noFill/>
          <a:ln w="19050">
            <a:solidFill>
              <a:srgbClr val="D3DA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7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SLOs + alerts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7889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availability SLO (99 % / 7 d)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rule → Cases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AIOps to separate noise from outage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52360" y="1417320"/>
            <a:ext cx="548640" cy="54864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2423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E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+ workflow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27889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elasticco-rca-agent with ES|QL tools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detect-to-remediate workflow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Rollback recommended on the case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970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scenario end to 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Pre-open the Kibana tabs: Discover orchestrator, E2E tracing dashboard, EKS restarts, SLOs, Alerts, Workflows, Agent Builder, Cases. Time range Last 2 hours, labels.demo: elastic-co.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" cy="411480"/>
          </a:xfrm>
          <a:prstGeom prst="ellipse">
            <a:avLst/>
          </a:prstGeom>
          <a:solidFill>
            <a:srgbClr val="0077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103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to the customer’s own incident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77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Swap acme-retail for their tenant or business unit; swap checkout-api for the service that pages them today.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" cy="41148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80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what a page is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first SLO (availability or latency) and the alerts that should open a case rather than wake someone.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FEC5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657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E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detect-to-remediate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9319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37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correlation rule → one workflow → one agent → one case. Human approval stays in the loop.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60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Elastic Co. · Observability scenario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1097280" y="2560320"/>
            <a:ext cx="3657600" cy="3657600"/>
          </a:xfrm>
          <a:prstGeom prst="ellipse">
            <a:avLst/>
          </a:prstGeom>
          <a:solidFill>
            <a:srgbClr val="00BFB3"/>
          </a:solidFill>
          <a:ln w="12700">
            <a:solidFill>
              <a:srgbClr val="00BFB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822960"/>
            <a:ext cx="2377440" cy="2377440"/>
          </a:xfrm>
          <a:prstGeom prst="ellipse">
            <a:avLst/>
          </a:prstGeom>
          <a:solidFill>
            <a:srgbClr val="F04E98"/>
          </a:solidFill>
          <a:ln w="12700">
            <a:solidFill>
              <a:srgbClr val="F04E9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0" y="1737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CD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back checkout-api v2.4.1 → v2.4.0. The case thread is the audit.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Kate Lawrence-Gupta · kate.lawrencegupta@elastic.co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Co. — Strategy, Architecture, and Transformation</dc:title>
  <dc:subject>PptxGenJS Presentation</dc:subject>
  <dc:creator>Kate Lawrence-Gupta</dc:creator>
  <cp:lastModifiedBy>Kate Lawrence-Gupta</cp:lastModifiedBy>
  <cp:revision>1</cp:revision>
  <dcterms:created xsi:type="dcterms:W3CDTF">2026-09-03T00:12:08Z</dcterms:created>
  <dcterms:modified xsi:type="dcterms:W3CDTF">2026-09-03T00:12:08Z</dcterms:modified>
</cp:coreProperties>
</file>